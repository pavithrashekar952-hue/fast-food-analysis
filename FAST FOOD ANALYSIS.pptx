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ED4B88-9958-4E66-9434-36B50BF8C959}" v="22" dt="2026-10-13T13:39:03.0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vithra Shekar" userId="c597384a24470e8c" providerId="LiveId" clId="{AEED4B88-9958-4E66-9434-36B50BF8C959}"/>
    <pc:docChg chg="custSel addSld delSld modSld sldOrd">
      <pc:chgData name="Pavithra Shekar" userId="c597384a24470e8c" providerId="LiveId" clId="{AEED4B88-9958-4E66-9434-36B50BF8C959}" dt="2026-10-13T13:45:49.146" v="1243"/>
      <pc:docMkLst>
        <pc:docMk/>
      </pc:docMkLst>
      <pc:sldChg chg="modSp mod">
        <pc:chgData name="Pavithra Shekar" userId="c597384a24470e8c" providerId="LiveId" clId="{AEED4B88-9958-4E66-9434-36B50BF8C959}" dt="2026-10-13T13:39:03.377" v="1224" actId="27636"/>
        <pc:sldMkLst>
          <pc:docMk/>
          <pc:sldMk cId="3081810783" sldId="256"/>
        </pc:sldMkLst>
        <pc:spChg chg="mod">
          <ac:chgData name="Pavithra Shekar" userId="c597384a24470e8c" providerId="LiveId" clId="{AEED4B88-9958-4E66-9434-36B50BF8C959}" dt="2026-10-13T13:30:23.665" v="1022" actId="1076"/>
          <ac:spMkLst>
            <pc:docMk/>
            <pc:sldMk cId="3081810783" sldId="256"/>
            <ac:spMk id="2" creationId="{6301AA89-24E1-5953-935A-8FB55D9F35F4}"/>
          </ac:spMkLst>
        </pc:spChg>
        <pc:spChg chg="mod">
          <ac:chgData name="Pavithra Shekar" userId="c597384a24470e8c" providerId="LiveId" clId="{AEED4B88-9958-4E66-9434-36B50BF8C959}" dt="2026-10-13T13:39:03.377" v="1224" actId="27636"/>
          <ac:spMkLst>
            <pc:docMk/>
            <pc:sldMk cId="3081810783" sldId="256"/>
            <ac:spMk id="3" creationId="{7A9E43F0-1BB8-84F9-A736-F5677E5BC6B4}"/>
          </ac:spMkLst>
        </pc:spChg>
      </pc:sldChg>
      <pc:sldChg chg="delSp modSp mod">
        <pc:chgData name="Pavithra Shekar" userId="c597384a24470e8c" providerId="LiveId" clId="{AEED4B88-9958-4E66-9434-36B50BF8C959}" dt="2026-10-13T13:39:03.542" v="1225" actId="27636"/>
        <pc:sldMkLst>
          <pc:docMk/>
          <pc:sldMk cId="4128749349" sldId="257"/>
        </pc:sldMkLst>
        <pc:spChg chg="mod">
          <ac:chgData name="Pavithra Shekar" userId="c597384a24470e8c" providerId="LiveId" clId="{AEED4B88-9958-4E66-9434-36B50BF8C959}" dt="2026-10-13T13:39:03.034" v="1223"/>
          <ac:spMkLst>
            <pc:docMk/>
            <pc:sldMk cId="4128749349" sldId="257"/>
            <ac:spMk id="2" creationId="{02D35061-416C-0280-DA44-2510453B0D75}"/>
          </ac:spMkLst>
        </pc:spChg>
        <pc:spChg chg="mod">
          <ac:chgData name="Pavithra Shekar" userId="c597384a24470e8c" providerId="LiveId" clId="{AEED4B88-9958-4E66-9434-36B50BF8C959}" dt="2026-10-13T13:39:03.542" v="1225" actId="27636"/>
          <ac:spMkLst>
            <pc:docMk/>
            <pc:sldMk cId="4128749349" sldId="257"/>
            <ac:spMk id="3" creationId="{1B2D3B6D-4D6C-EDDC-EE12-60A61277B0A5}"/>
          </ac:spMkLst>
        </pc:spChg>
        <pc:picChg chg="del">
          <ac:chgData name="Pavithra Shekar" userId="c597384a24470e8c" providerId="LiveId" clId="{AEED4B88-9958-4E66-9434-36B50BF8C959}" dt="2026-10-13T07:04:47.317" v="743" actId="21"/>
          <ac:picMkLst>
            <pc:docMk/>
            <pc:sldMk cId="4128749349" sldId="257"/>
            <ac:picMk id="9" creationId="{C93A992B-9567-6500-815D-84F3DD7E8F21}"/>
          </ac:picMkLst>
        </pc:picChg>
        <pc:picChg chg="del">
          <ac:chgData name="Pavithra Shekar" userId="c597384a24470e8c" providerId="LiveId" clId="{AEED4B88-9958-4E66-9434-36B50BF8C959}" dt="2026-10-13T07:04:51.674" v="744" actId="21"/>
          <ac:picMkLst>
            <pc:docMk/>
            <pc:sldMk cId="4128749349" sldId="257"/>
            <ac:picMk id="11" creationId="{DD3A6681-890A-C37D-6C15-D1722954C31E}"/>
          </ac:picMkLst>
        </pc:picChg>
      </pc:sldChg>
      <pc:sldChg chg="modSp mod">
        <pc:chgData name="Pavithra Shekar" userId="c597384a24470e8c" providerId="LiveId" clId="{AEED4B88-9958-4E66-9434-36B50BF8C959}" dt="2026-10-13T13:39:03.549" v="1226" actId="27636"/>
        <pc:sldMkLst>
          <pc:docMk/>
          <pc:sldMk cId="381533726" sldId="258"/>
        </pc:sldMkLst>
        <pc:spChg chg="mod">
          <ac:chgData name="Pavithra Shekar" userId="c597384a24470e8c" providerId="LiveId" clId="{AEED4B88-9958-4E66-9434-36B50BF8C959}" dt="2026-10-13T13:39:03.034" v="1223"/>
          <ac:spMkLst>
            <pc:docMk/>
            <pc:sldMk cId="381533726" sldId="258"/>
            <ac:spMk id="2" creationId="{DA7EF64E-E840-1DB2-1E57-6263420AD4B1}"/>
          </ac:spMkLst>
        </pc:spChg>
        <pc:spChg chg="mod">
          <ac:chgData name="Pavithra Shekar" userId="c597384a24470e8c" providerId="LiveId" clId="{AEED4B88-9958-4E66-9434-36B50BF8C959}" dt="2026-10-13T13:39:03.549" v="1226" actId="27636"/>
          <ac:spMkLst>
            <pc:docMk/>
            <pc:sldMk cId="381533726" sldId="258"/>
            <ac:spMk id="3" creationId="{BAC0F547-12D9-2180-2112-2940A6BCFB9B}"/>
          </ac:spMkLst>
        </pc:spChg>
      </pc:sldChg>
      <pc:sldChg chg="addSp delSp modSp mod">
        <pc:chgData name="Pavithra Shekar" userId="c597384a24470e8c" providerId="LiveId" clId="{AEED4B88-9958-4E66-9434-36B50BF8C959}" dt="2026-10-13T13:32:37.126" v="1039" actId="113"/>
        <pc:sldMkLst>
          <pc:docMk/>
          <pc:sldMk cId="1376166691" sldId="259"/>
        </pc:sldMkLst>
        <pc:spChg chg="add mod">
          <ac:chgData name="Pavithra Shekar" userId="c597384a24470e8c" providerId="LiveId" clId="{AEED4B88-9958-4E66-9434-36B50BF8C959}" dt="2026-10-13T13:32:37.126" v="1039" actId="113"/>
          <ac:spMkLst>
            <pc:docMk/>
            <pc:sldMk cId="1376166691" sldId="259"/>
            <ac:spMk id="9" creationId="{68122EA0-B203-764E-0D48-2EE38EAC7B1B}"/>
          </ac:spMkLst>
        </pc:spChg>
        <pc:spChg chg="add mod">
          <ac:chgData name="Pavithra Shekar" userId="c597384a24470e8c" providerId="LiveId" clId="{AEED4B88-9958-4E66-9434-36B50BF8C959}" dt="2026-10-13T13:30:03.873" v="1020" actId="20577"/>
          <ac:spMkLst>
            <pc:docMk/>
            <pc:sldMk cId="1376166691" sldId="259"/>
            <ac:spMk id="10" creationId="{8651D3F3-0575-0280-7511-E324C42789B8}"/>
          </ac:spMkLst>
        </pc:spChg>
        <pc:picChg chg="del">
          <ac:chgData name="Pavithra Shekar" userId="c597384a24470e8c" providerId="LiveId" clId="{AEED4B88-9958-4E66-9434-36B50BF8C959}" dt="2026-10-13T07:05:00.182" v="745" actId="21"/>
          <ac:picMkLst>
            <pc:docMk/>
            <pc:sldMk cId="1376166691" sldId="259"/>
            <ac:picMk id="3" creationId="{27CD9004-5B7C-97A9-7537-565295370177}"/>
          </ac:picMkLst>
        </pc:picChg>
        <pc:picChg chg="add del mod">
          <ac:chgData name="Pavithra Shekar" userId="c597384a24470e8c" providerId="LiveId" clId="{AEED4B88-9958-4E66-9434-36B50BF8C959}" dt="2026-10-13T07:08:05.502" v="754" actId="21"/>
          <ac:picMkLst>
            <pc:docMk/>
            <pc:sldMk cId="1376166691" sldId="259"/>
            <ac:picMk id="6" creationId="{290D9570-1898-DBAF-89F9-D2B3DF11CD2C}"/>
          </ac:picMkLst>
        </pc:picChg>
        <pc:picChg chg="add mod">
          <ac:chgData name="Pavithra Shekar" userId="c597384a24470e8c" providerId="LiveId" clId="{AEED4B88-9958-4E66-9434-36B50BF8C959}" dt="2026-10-13T13:26:37.900" v="924" actId="1076"/>
          <ac:picMkLst>
            <pc:docMk/>
            <pc:sldMk cId="1376166691" sldId="259"/>
            <ac:picMk id="8" creationId="{26490101-25AE-41FD-DCD8-EC9590DAC50C}"/>
          </ac:picMkLst>
        </pc:picChg>
      </pc:sldChg>
      <pc:sldChg chg="modSp mod">
        <pc:chgData name="Pavithra Shekar" userId="c597384a24470e8c" providerId="LiveId" clId="{AEED4B88-9958-4E66-9434-36B50BF8C959}" dt="2026-10-13T13:40:34.048" v="1241" actId="113"/>
        <pc:sldMkLst>
          <pc:docMk/>
          <pc:sldMk cId="3245787744" sldId="260"/>
        </pc:sldMkLst>
        <pc:spChg chg="mod">
          <ac:chgData name="Pavithra Shekar" userId="c597384a24470e8c" providerId="LiveId" clId="{AEED4B88-9958-4E66-9434-36B50BF8C959}" dt="2026-10-13T13:39:03.034" v="1223"/>
          <ac:spMkLst>
            <pc:docMk/>
            <pc:sldMk cId="3245787744" sldId="260"/>
            <ac:spMk id="2" creationId="{CBA28652-25D4-B571-8693-D9798FEA4228}"/>
          </ac:spMkLst>
        </pc:spChg>
        <pc:spChg chg="mod">
          <ac:chgData name="Pavithra Shekar" userId="c597384a24470e8c" providerId="LiveId" clId="{AEED4B88-9958-4E66-9434-36B50BF8C959}" dt="2026-10-13T13:40:34.048" v="1241" actId="113"/>
          <ac:spMkLst>
            <pc:docMk/>
            <pc:sldMk cId="3245787744" sldId="260"/>
            <ac:spMk id="3" creationId="{3CE2149C-AB8B-6998-A1E0-6D62CE374AD2}"/>
          </ac:spMkLst>
        </pc:spChg>
      </pc:sldChg>
      <pc:sldChg chg="new del">
        <pc:chgData name="Pavithra Shekar" userId="c597384a24470e8c" providerId="LiveId" clId="{AEED4B88-9958-4E66-9434-36B50BF8C959}" dt="2026-10-13T06:35:14.210" v="378" actId="2696"/>
        <pc:sldMkLst>
          <pc:docMk/>
          <pc:sldMk cId="1354403212" sldId="261"/>
        </pc:sldMkLst>
      </pc:sldChg>
      <pc:sldChg chg="modSp new mod ord">
        <pc:chgData name="Pavithra Shekar" userId="c597384a24470e8c" providerId="LiveId" clId="{AEED4B88-9958-4E66-9434-36B50BF8C959}" dt="2026-10-13T13:45:49.146" v="1243"/>
        <pc:sldMkLst>
          <pc:docMk/>
          <pc:sldMk cId="1441359958" sldId="261"/>
        </pc:sldMkLst>
        <pc:spChg chg="mod">
          <ac:chgData name="Pavithra Shekar" userId="c597384a24470e8c" providerId="LiveId" clId="{AEED4B88-9958-4E66-9434-36B50BF8C959}" dt="2026-10-13T13:39:03.034" v="1223"/>
          <ac:spMkLst>
            <pc:docMk/>
            <pc:sldMk cId="1441359958" sldId="261"/>
            <ac:spMk id="2" creationId="{99A42818-42DF-34A3-F2BB-15A82387974B}"/>
          </ac:spMkLst>
        </pc:spChg>
        <pc:spChg chg="mod">
          <ac:chgData name="Pavithra Shekar" userId="c597384a24470e8c" providerId="LiveId" clId="{AEED4B88-9958-4E66-9434-36B50BF8C959}" dt="2026-10-13T13:39:03.576" v="1227" actId="27636"/>
          <ac:spMkLst>
            <pc:docMk/>
            <pc:sldMk cId="1441359958" sldId="261"/>
            <ac:spMk id="3" creationId="{9681554C-E944-EB7D-9D24-77638278D5D8}"/>
          </ac:spMkLst>
        </pc:spChg>
      </pc:sldChg>
      <pc:sldChg chg="addSp delSp modSp new mod">
        <pc:chgData name="Pavithra Shekar" userId="c597384a24470e8c" providerId="LiveId" clId="{AEED4B88-9958-4E66-9434-36B50BF8C959}" dt="2026-10-13T13:33:32.823" v="1050" actId="113"/>
        <pc:sldMkLst>
          <pc:docMk/>
          <pc:sldMk cId="1950666022" sldId="262"/>
        </pc:sldMkLst>
        <pc:spChg chg="add mod">
          <ac:chgData name="Pavithra Shekar" userId="c597384a24470e8c" providerId="LiveId" clId="{AEED4B88-9958-4E66-9434-36B50BF8C959}" dt="2026-10-13T13:24:52.698" v="909" actId="255"/>
          <ac:spMkLst>
            <pc:docMk/>
            <pc:sldMk cId="1950666022" sldId="262"/>
            <ac:spMk id="6" creationId="{7C455BCB-66C2-C21E-5F84-4572C8276AB4}"/>
          </ac:spMkLst>
        </pc:spChg>
        <pc:spChg chg="add del mod">
          <ac:chgData name="Pavithra Shekar" userId="c597384a24470e8c" providerId="LiveId" clId="{AEED4B88-9958-4E66-9434-36B50BF8C959}" dt="2026-10-13T13:26:15.820" v="919"/>
          <ac:spMkLst>
            <pc:docMk/>
            <pc:sldMk cId="1950666022" sldId="262"/>
            <ac:spMk id="7" creationId="{34E07A1E-498D-6A05-D9AE-507524AC21A0}"/>
          </ac:spMkLst>
        </pc:spChg>
        <pc:spChg chg="add mod">
          <ac:chgData name="Pavithra Shekar" userId="c597384a24470e8c" providerId="LiveId" clId="{AEED4B88-9958-4E66-9434-36B50BF8C959}" dt="2026-10-13T13:33:32.823" v="1050" actId="113"/>
          <ac:spMkLst>
            <pc:docMk/>
            <pc:sldMk cId="1950666022" sldId="262"/>
            <ac:spMk id="8" creationId="{E809B355-163E-D6B4-7840-8F4C014CF8B6}"/>
          </ac:spMkLst>
        </pc:spChg>
        <pc:picChg chg="add del mod">
          <ac:chgData name="Pavithra Shekar" userId="c597384a24470e8c" providerId="LiveId" clId="{AEED4B88-9958-4E66-9434-36B50BF8C959}" dt="2026-10-13T07:07:55.555" v="753" actId="21"/>
          <ac:picMkLst>
            <pc:docMk/>
            <pc:sldMk cId="1950666022" sldId="262"/>
            <ac:picMk id="3" creationId="{A385FC3E-73BE-8227-848C-D30DBC5D707F}"/>
          </ac:picMkLst>
        </pc:picChg>
        <pc:picChg chg="add mod">
          <ac:chgData name="Pavithra Shekar" userId="c597384a24470e8c" providerId="LiveId" clId="{AEED4B88-9958-4E66-9434-36B50BF8C959}" dt="2026-10-13T13:23:08.275" v="886" actId="14100"/>
          <ac:picMkLst>
            <pc:docMk/>
            <pc:sldMk cId="1950666022" sldId="262"/>
            <ac:picMk id="5" creationId="{E261EAAE-3A12-1757-621F-9CA1B02F9B10}"/>
          </ac:picMkLst>
        </pc:picChg>
      </pc:sldChg>
      <pc:sldChg chg="addSp delSp modSp new mod">
        <pc:chgData name="Pavithra Shekar" userId="c597384a24470e8c" providerId="LiveId" clId="{AEED4B88-9958-4E66-9434-36B50BF8C959}" dt="2026-10-13T13:37:01.211" v="1199" actId="255"/>
        <pc:sldMkLst>
          <pc:docMk/>
          <pc:sldMk cId="3570189357" sldId="263"/>
        </pc:sldMkLst>
        <pc:spChg chg="add del mod">
          <ac:chgData name="Pavithra Shekar" userId="c597384a24470e8c" providerId="LiveId" clId="{AEED4B88-9958-4E66-9434-36B50BF8C959}" dt="2026-10-13T07:10:17.271" v="765"/>
          <ac:spMkLst>
            <pc:docMk/>
            <pc:sldMk cId="3570189357" sldId="263"/>
            <ac:spMk id="4" creationId="{E198F1BB-2A62-841A-3563-5E7190F048A1}"/>
          </ac:spMkLst>
        </pc:spChg>
        <pc:spChg chg="add mod">
          <ac:chgData name="Pavithra Shekar" userId="c597384a24470e8c" providerId="LiveId" clId="{AEED4B88-9958-4E66-9434-36B50BF8C959}" dt="2026-10-13T13:22:53.511" v="883" actId="255"/>
          <ac:spMkLst>
            <pc:docMk/>
            <pc:sldMk cId="3570189357" sldId="263"/>
            <ac:spMk id="5" creationId="{A326FA40-FCC2-A6AD-A7DD-A103D416A205}"/>
          </ac:spMkLst>
        </pc:spChg>
        <pc:spChg chg="add mod">
          <ac:chgData name="Pavithra Shekar" userId="c597384a24470e8c" providerId="LiveId" clId="{AEED4B88-9958-4E66-9434-36B50BF8C959}" dt="2026-10-13T13:37:01.211" v="1199" actId="255"/>
          <ac:spMkLst>
            <pc:docMk/>
            <pc:sldMk cId="3570189357" sldId="263"/>
            <ac:spMk id="6" creationId="{783C8192-719D-D8D8-36A0-8E6B85B04165}"/>
          </ac:spMkLst>
        </pc:spChg>
        <pc:picChg chg="add mod">
          <ac:chgData name="Pavithra Shekar" userId="c597384a24470e8c" providerId="LiveId" clId="{AEED4B88-9958-4E66-9434-36B50BF8C959}" dt="2026-10-13T13:36:26.868" v="1160" actId="14100"/>
          <ac:picMkLst>
            <pc:docMk/>
            <pc:sldMk cId="3570189357" sldId="263"/>
            <ac:picMk id="3" creationId="{0686E679-A488-F67B-8875-9F6D9A0F8B47}"/>
          </ac:picMkLst>
        </pc:picChg>
      </pc:sldChg>
      <pc:sldChg chg="addSp delSp modSp new mod">
        <pc:chgData name="Pavithra Shekar" userId="c597384a24470e8c" providerId="LiveId" clId="{AEED4B88-9958-4E66-9434-36B50BF8C959}" dt="2026-10-13T13:39:55.292" v="1237" actId="12"/>
        <pc:sldMkLst>
          <pc:docMk/>
          <pc:sldMk cId="5671628" sldId="264"/>
        </pc:sldMkLst>
        <pc:spChg chg="add del mod">
          <ac:chgData name="Pavithra Shekar" userId="c597384a24470e8c" providerId="LiveId" clId="{AEED4B88-9958-4E66-9434-36B50BF8C959}" dt="2026-10-13T13:17:33.973" v="823" actId="21"/>
          <ac:spMkLst>
            <pc:docMk/>
            <pc:sldMk cId="5671628" sldId="264"/>
            <ac:spMk id="4" creationId="{AF8853E4-AB69-7AF2-BC27-5B71614CD26E}"/>
          </ac:spMkLst>
        </pc:spChg>
        <pc:spChg chg="add del mod">
          <ac:chgData name="Pavithra Shekar" userId="c597384a24470e8c" providerId="LiveId" clId="{AEED4B88-9958-4E66-9434-36B50BF8C959}" dt="2026-10-13T13:15:23.364" v="785" actId="21"/>
          <ac:spMkLst>
            <pc:docMk/>
            <pc:sldMk cId="5671628" sldId="264"/>
            <ac:spMk id="5" creationId="{745AEF40-2574-6E2A-256E-1E57D1A78038}"/>
          </ac:spMkLst>
        </pc:spChg>
        <pc:spChg chg="add del mod">
          <ac:chgData name="Pavithra Shekar" userId="c597384a24470e8c" providerId="LiveId" clId="{AEED4B88-9958-4E66-9434-36B50BF8C959}" dt="2026-10-13T13:37:09.433" v="1200" actId="21"/>
          <ac:spMkLst>
            <pc:docMk/>
            <pc:sldMk cId="5671628" sldId="264"/>
            <ac:spMk id="6" creationId="{6803C533-4C7C-4D76-AC1B-8C257485EEB2}"/>
          </ac:spMkLst>
        </pc:spChg>
        <pc:spChg chg="add del mod">
          <ac:chgData name="Pavithra Shekar" userId="c597384a24470e8c" providerId="LiveId" clId="{AEED4B88-9958-4E66-9434-36B50BF8C959}" dt="2026-10-13T13:19:03.622" v="825" actId="21"/>
          <ac:spMkLst>
            <pc:docMk/>
            <pc:sldMk cId="5671628" sldId="264"/>
            <ac:spMk id="7" creationId="{5640B6F4-62BF-6877-EC8E-09FF76078066}"/>
          </ac:spMkLst>
        </pc:spChg>
        <pc:spChg chg="add mod">
          <ac:chgData name="Pavithra Shekar" userId="c597384a24470e8c" providerId="LiveId" clId="{AEED4B88-9958-4E66-9434-36B50BF8C959}" dt="2026-10-13T13:39:55.292" v="1237" actId="12"/>
          <ac:spMkLst>
            <pc:docMk/>
            <pc:sldMk cId="5671628" sldId="264"/>
            <ac:spMk id="8" creationId="{21E07602-51F9-D773-8E8E-DB20EA1832B8}"/>
          </ac:spMkLst>
        </pc:spChg>
        <pc:spChg chg="add mod">
          <ac:chgData name="Pavithra Shekar" userId="c597384a24470e8c" providerId="LiveId" clId="{AEED4B88-9958-4E66-9434-36B50BF8C959}" dt="2026-10-13T13:19:27.561" v="827"/>
          <ac:spMkLst>
            <pc:docMk/>
            <pc:sldMk cId="5671628" sldId="264"/>
            <ac:spMk id="9" creationId="{5640B6F4-62BF-6877-EC8E-09FF76078066}"/>
          </ac:spMkLst>
        </pc:spChg>
        <pc:spChg chg="add mod">
          <ac:chgData name="Pavithra Shekar" userId="c597384a24470e8c" providerId="LiveId" clId="{AEED4B88-9958-4E66-9434-36B50BF8C959}" dt="2026-10-13T13:37:44.965" v="1222" actId="255"/>
          <ac:spMkLst>
            <pc:docMk/>
            <pc:sldMk cId="5671628" sldId="264"/>
            <ac:spMk id="10" creationId="{D76C9369-431B-38EC-9737-39B22661024B}"/>
          </ac:spMkLst>
        </pc:spChg>
        <pc:picChg chg="add mod">
          <ac:chgData name="Pavithra Shekar" userId="c597384a24470e8c" providerId="LiveId" clId="{AEED4B88-9958-4E66-9434-36B50BF8C959}" dt="2026-10-13T13:17:15.982" v="821" actId="1076"/>
          <ac:picMkLst>
            <pc:docMk/>
            <pc:sldMk cId="5671628" sldId="264"/>
            <ac:picMk id="3" creationId="{8A80F9F8-1D6E-A8B8-98EA-D8D4A266C45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A67BF-F189-4C08-B4E7-26ABFD2C295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B835F-FB07-4056-8F99-E61A2CC9C3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721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A67BF-F189-4C08-B4E7-26ABFD2C295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B835F-FB07-4056-8F99-E61A2CC9C3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3620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A67BF-F189-4C08-B4E7-26ABFD2C295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B835F-FB07-4056-8F99-E61A2CC9C3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953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A67BF-F189-4C08-B4E7-26ABFD2C295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B835F-FB07-4056-8F99-E61A2CC9C3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0756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A67BF-F189-4C08-B4E7-26ABFD2C295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B835F-FB07-4056-8F99-E61A2CC9C3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3161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A67BF-F189-4C08-B4E7-26ABFD2C295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B835F-FB07-4056-8F99-E61A2CC9C3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5456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A67BF-F189-4C08-B4E7-26ABFD2C295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B835F-FB07-4056-8F99-E61A2CC9C3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7261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A67BF-F189-4C08-B4E7-26ABFD2C295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B835F-FB07-4056-8F99-E61A2CC9C3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2839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A67BF-F189-4C08-B4E7-26ABFD2C295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B835F-FB07-4056-8F99-E61A2CC9C3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093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A67BF-F189-4C08-B4E7-26ABFD2C295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B835F-FB07-4056-8F99-E61A2CC9C3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8872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A67BF-F189-4C08-B4E7-26ABFD2C295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B835F-FB07-4056-8F99-E61A2CC9C3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88134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A67BF-F189-4C08-B4E7-26ABFD2C295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B835F-FB07-4056-8F99-E61A2CC9C3DF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638954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A67BF-F189-4C08-B4E7-26ABFD2C295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B835F-FB07-4056-8F99-E61A2CC9C3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59002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A67BF-F189-4C08-B4E7-26ABFD2C295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B835F-FB07-4056-8F99-E61A2CC9C3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8391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A67BF-F189-4C08-B4E7-26ABFD2C295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B835F-FB07-4056-8F99-E61A2CC9C3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38872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A67BF-F189-4C08-B4E7-26ABFD2C295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B835F-FB07-4056-8F99-E61A2CC9C3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39039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A67BF-F189-4C08-B4E7-26ABFD2C295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B835F-FB07-4056-8F99-E61A2CC9C3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74582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F30B3-3CB7-62C0-EB20-41F5BA4E4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D216C-5760-9D1F-77FF-4007382B2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4DB79B-9994-2CAB-9E52-19B9218E9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A67BF-F189-4C08-B4E7-26ABFD2C295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80894-0EAC-2AE6-7643-7445D869D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F2FF5-EF3F-9FAB-00F8-CD4202FF8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B835F-FB07-4056-8F99-E61A2CC9C3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4992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1FA67BF-F189-4C08-B4E7-26ABFD2C295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33EB835F-FB07-4056-8F99-E61A2CC9C3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029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1AA89-24E1-5953-935A-8FB55D9F35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2702" y="308811"/>
            <a:ext cx="9144000" cy="1151021"/>
          </a:xfrm>
        </p:spPr>
        <p:txBody>
          <a:bodyPr/>
          <a:lstStyle/>
          <a:p>
            <a:r>
              <a:rPr lang="en-IN" b="1" dirty="0"/>
              <a:t>FAST FOOD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9E43F0-1BB8-84F9-A736-F5677E5BC6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459832"/>
            <a:ext cx="9144000" cy="352926"/>
          </a:xfrm>
        </p:spPr>
        <p:txBody>
          <a:bodyPr>
            <a:normAutofit fontScale="77500" lnSpcReduction="20000"/>
          </a:bodyPr>
          <a:lstStyle/>
          <a:p>
            <a:pPr algn="r"/>
            <a:r>
              <a:rPr lang="en-IN" b="1" dirty="0"/>
              <a:t>BURGER KING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A9CBA1-D479-98BC-8E4F-398D4EA36C4A}"/>
              </a:ext>
            </a:extLst>
          </p:cNvPr>
          <p:cNvSpPr txBox="1"/>
          <p:nvPr/>
        </p:nvSpPr>
        <p:spPr>
          <a:xfrm>
            <a:off x="529389" y="2582779"/>
            <a:ext cx="1113322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: Analyse Burger King menu data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 insights, solutions, and recommendations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Focus: Nutrition, customer health and business strategy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81810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35061-416C-0280-DA44-2510453B0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b="1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D3B6D-4D6C-EDDC-EE12-60A61277B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Dataset covers multiple fast-food chains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Selected Focus: Burger King items</a:t>
            </a: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Key Variables analysed: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Calories, Fat(g), Sodium(g), Protein(g)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Item category (Burger, Chicken, Salad, etc.)</a:t>
            </a: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Burger King average Values: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Calories ~ 608 per item 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Sodium ~ 1,200mg per item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Protein ~ 30g per item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8749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EF64E-E840-1DB2-1E57-6263420AD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b="1" dirty="0"/>
              <a:t>Diagnostic 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0F547-12D9-2180-2112-2940A6BCFB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Calorie Items: Whooper &amp; specialty burgers exceed 900-1200 calories.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Sodium Levels: Some burgers cross 2,200+ mg sodium (above daily limit)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Protein Trade-off: Burgers are protein- rich but high in fat/sodium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Healthier Options: Grilled chicken sandwiched &amp; salads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533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6490101-25AE-41FD-DCD8-EC9590DAC5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2612" y="979714"/>
            <a:ext cx="6466114" cy="280851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122EA0-B203-764E-0D48-2EE38EAC7B1B}"/>
              </a:ext>
            </a:extLst>
          </p:cNvPr>
          <p:cNvSpPr txBox="1"/>
          <p:nvPr/>
        </p:nvSpPr>
        <p:spPr>
          <a:xfrm>
            <a:off x="503853" y="193424"/>
            <a:ext cx="114859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+mj-lt"/>
              </a:rPr>
              <a:t>Average Calories by Food Category</a:t>
            </a:r>
            <a:endParaRPr lang="en-IN" sz="4400" b="1" dirty="0"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51D3F3-0575-0280-7511-E324C42789B8}"/>
              </a:ext>
            </a:extLst>
          </p:cNvPr>
          <p:cNvSpPr txBox="1"/>
          <p:nvPr/>
        </p:nvSpPr>
        <p:spPr>
          <a:xfrm>
            <a:off x="65314" y="4068147"/>
            <a:ext cx="1202715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bar chart compares average calories across categories like Sandwich, Salad, Nuggets, Burger, and Others.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shows that “Other” items and sandwiches are the most calorie‑dense, while burgers average lower.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slide highlights which food types contribute most to calorie intake.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6166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28652-25D4-B571-8693-D9798FEA4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b="1" dirty="0"/>
              <a:t>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2149C-AB8B-6998-A1E0-6D62CE37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80218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Menu Optimization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Promote grilled chicken and small burgers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Nutritional Transparency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Display Calorie/sodium info on menu and apps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Innovation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Reduce Sodium in sauces, introduce whole-grain buns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Portion Control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Offer “mini” version of popular burgers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5787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61EAAE-3A12-1757-621F-9CA1B02F9B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9579" y="937044"/>
            <a:ext cx="5077611" cy="27858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455BCB-66C2-C21E-5F84-4572C8276AB4}"/>
              </a:ext>
            </a:extLst>
          </p:cNvPr>
          <p:cNvSpPr txBox="1"/>
          <p:nvPr/>
        </p:nvSpPr>
        <p:spPr>
          <a:xfrm>
            <a:off x="195943" y="4208106"/>
            <a:ext cx="1184054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scatter plot shows how higher‑calorie items generally deliver more protein, but also carry high sodium levels.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Burgers and sandwiches cluster at the top, proving they are calorie‑dense and protein‑rich but nutritionally imbalanced.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visual supports  by highlighting the trade‑off between protein benefits and sodium risks across categories.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09B355-163E-D6B4-7840-8F4C014CF8B6}"/>
              </a:ext>
            </a:extLst>
          </p:cNvPr>
          <p:cNvSpPr txBox="1"/>
          <p:nvPr/>
        </p:nvSpPr>
        <p:spPr>
          <a:xfrm>
            <a:off x="195943" y="139959"/>
            <a:ext cx="117379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+mj-lt"/>
              </a:rPr>
              <a:t>Nutritional Relationship: Calories vs Protein Across Categories</a:t>
            </a:r>
            <a:endParaRPr lang="en-IN" sz="36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50666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86E679-A488-F67B-8875-9F6D9A0F8B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928" y="942392"/>
            <a:ext cx="6475176" cy="3200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26FA40-FCC2-A6AD-A7DD-A103D416A205}"/>
              </a:ext>
            </a:extLst>
          </p:cNvPr>
          <p:cNvSpPr txBox="1"/>
          <p:nvPr/>
        </p:nvSpPr>
        <p:spPr>
          <a:xfrm>
            <a:off x="167951" y="4217437"/>
            <a:ext cx="1185920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table highlights Burger King’s highest‑calorie items, showing calories, sodium, and protein side by side.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makes clear that while some items are protein‑rich, they also carry excessive sodium and calorie loads.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visual supports by providing concrete examples that justify portion control and reformulation solutions.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3C8192-719D-D8D8-36A0-8E6B85B04165}"/>
              </a:ext>
            </a:extLst>
          </p:cNvPr>
          <p:cNvSpPr txBox="1"/>
          <p:nvPr/>
        </p:nvSpPr>
        <p:spPr>
          <a:xfrm>
            <a:off x="167951" y="149290"/>
            <a:ext cx="117659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+mj-lt"/>
              </a:rPr>
              <a:t>High- Calorie Menu Analysis</a:t>
            </a:r>
          </a:p>
        </p:txBody>
      </p:sp>
    </p:spTree>
    <p:extLst>
      <p:ext uri="{BB962C8B-B14F-4D97-AF65-F5344CB8AC3E}">
        <p14:creationId xmlns:p14="http://schemas.microsoft.com/office/powerpoint/2010/main" val="3570189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42818-42DF-34A3-F2BB-15A823879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1554C-E944-EB7D-9D24-77638278D5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Customers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Choose grilled items over fried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Limit double-patty burgers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Avoid high- sodium sides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Burger king Management: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Market healthier options more aggressively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Reformulate high sodium items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Use data insights to balance taste with nutrition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1359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80F9F8-1D6E-A8B8-98EA-D8D4A266C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821" y="1247981"/>
            <a:ext cx="5799799" cy="35391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1E07602-51F9-D773-8E8E-DB20EA1832B8}"/>
              </a:ext>
            </a:extLst>
          </p:cNvPr>
          <p:cNvSpPr txBox="1"/>
          <p:nvPr/>
        </p:nvSpPr>
        <p:spPr>
          <a:xfrm>
            <a:off x="214604" y="4982547"/>
            <a:ext cx="118312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slide summarizes Burger King’s nutritional profile and key insights from our analysis.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see the average calories, sodium, and protein values at the top, followed by category‑wise calorie comparison.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Overall, the data suggests that portion control and menu reformulation are essential steps toward healthier offerings.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6C9369-431B-38EC-9737-39B22661024B}"/>
              </a:ext>
            </a:extLst>
          </p:cNvPr>
          <p:cNvSpPr txBox="1"/>
          <p:nvPr/>
        </p:nvSpPr>
        <p:spPr>
          <a:xfrm>
            <a:off x="289249" y="139959"/>
            <a:ext cx="116166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+mj-lt"/>
              </a:rPr>
              <a:t>Executive Summary</a:t>
            </a:r>
          </a:p>
        </p:txBody>
      </p:sp>
    </p:spTree>
    <p:extLst>
      <p:ext uri="{BB962C8B-B14F-4D97-AF65-F5344CB8AC3E}">
        <p14:creationId xmlns:p14="http://schemas.microsoft.com/office/powerpoint/2010/main" val="5671628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1322</TotalTime>
  <Words>486</Words>
  <Application>Microsoft Office PowerPoint</Application>
  <PresentationFormat>Widescreen</PresentationFormat>
  <Paragraphs>70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Times New Roman</vt:lpstr>
      <vt:lpstr>Tw Cen MT</vt:lpstr>
      <vt:lpstr>Wingdings</vt:lpstr>
      <vt:lpstr>Droplet</vt:lpstr>
      <vt:lpstr>FAST FOOD ANALYSIS</vt:lpstr>
      <vt:lpstr>Dataset Overview</vt:lpstr>
      <vt:lpstr>Diagnostic  Insights</vt:lpstr>
      <vt:lpstr>PowerPoint Presentation</vt:lpstr>
      <vt:lpstr>Solutions</vt:lpstr>
      <vt:lpstr>PowerPoint Presentation</vt:lpstr>
      <vt:lpstr>PowerPoint Presentation</vt:lpstr>
      <vt:lpstr>Recommendations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Pavithra Shekar</dc:creator>
  <cp:lastModifiedBy>Pavithra Shekar</cp:lastModifiedBy>
  <cp:revision>1</cp:revision>
  <dcterms:created xsi:type="dcterms:W3CDTF">2026-10-12T15:38:36Z</dcterms:created>
  <dcterms:modified xsi:type="dcterms:W3CDTF">2026-10-13T13:45:53Z</dcterms:modified>
</cp:coreProperties>
</file>